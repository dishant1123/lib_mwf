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5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· CLUSTERING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Density-Based Clustering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clusters of any shape — and the noise points that don't belong to any of them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1984248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2519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&amp; min_samples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98648" y="4251960"/>
            <a:ext cx="2386584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8648" y="42519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· Border · Noise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68112" y="4251960"/>
            <a:ext cx="1984248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68112" y="42519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vs K-Means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DBSCAN?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(Density-Based Spatial Clustering of Applications with Noise) is an unsupervised clustering algorithm that groups data points based on how closely packed they 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Unlike K-Means, DBSCAN: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2E3A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the number of clusters beforehand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2E3A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5204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identify noise / outliers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34340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2E3A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3434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find irregular / non-spherical clusters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 — an Auditorium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37960" y="2651760"/>
            <a:ext cx="4846320" cy="594360"/>
          </a:xfrm>
          <a:prstGeom prst="roundRect">
            <a:avLst>
              <a:gd name="adj" fmla="val 10769"/>
            </a:avLst>
          </a:prstGeom>
          <a:solidFill>
            <a:srgbClr val="E8F1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26517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students standing close together → Cluster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3337560"/>
            <a:ext cx="4846320" cy="594360"/>
          </a:xfrm>
          <a:prstGeom prst="roundRect">
            <a:avLst>
              <a:gd name="adj" fmla="val 10769"/>
            </a:avLst>
          </a:prstGeom>
          <a:solidFill>
            <a:srgbClr val="E8F1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3375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students standing close together → Cluster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4023360"/>
            <a:ext cx="4846320" cy="594360"/>
          </a:xfrm>
          <a:prstGeom prst="roundRect">
            <a:avLst>
              <a:gd name="adj" fmla="val 10769"/>
            </a:avLst>
          </a:prstGeom>
          <a:solidFill>
            <a:srgbClr val="FBE4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40233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standing far away → Noise / Outlier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4846320"/>
            <a:ext cx="484632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identifies these groups based on density — not by pre-set cluster counts.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“Density-Based” Mean?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how many data points are present in a particular area. “If enough points are close to each other, consider them a cluster.”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5568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5064" y="302666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30723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929384" y="302666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723644" y="31866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1860804" y="31866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997964" y="316382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5064" y="33009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2224" y="33238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1929384" y="330098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544" y="327812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1723644" y="34381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1883664" y="34381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4440" y="4937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8F1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34440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55864" y="302666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8193024" y="30495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300380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4444" y="31866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8261604" y="32095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8398764" y="31638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8078724" y="334670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8215884" y="336956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8353044" y="33238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7635240" y="4937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8F1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35240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density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37490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4" name="Shape 32"/>
          <p:cNvSpPr/>
          <p:nvPr/>
        </p:nvSpPr>
        <p:spPr>
          <a:xfrm>
            <a:off x="5212080" y="4937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BE4E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93776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point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KEY PARAMETERS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&amp; min_samples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relies on two important parameters to decide what counts as a dense region.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— Epsilon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distance around a point that DBSCAN considers as its neighborhood.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4892040" cy="594360"/>
          </a:xfrm>
          <a:prstGeom prst="roundRect">
            <a:avLst>
              <a:gd name="adj" fmla="val 12308"/>
            </a:avLst>
          </a:prstGeom>
          <a:solidFill>
            <a:srgbClr val="E8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918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close should two points be to count as neighbors?”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023360"/>
            <a:ext cx="4892040" cy="457200"/>
          </a:xfrm>
          <a:prstGeom prst="roundRect">
            <a:avLst>
              <a:gd name="adj" fmla="val 14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= 2   →   points within distance 2 are neighbors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6634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CEF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800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eps is not chosen randomly.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120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usually selected using methods such as the k-distance graph.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min_samples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6060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number of points required in a neighborhood for a point to be a core point.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29184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2E3A7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3291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= 2, min_samples = 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needs ≥ 5 points within eps to be a core point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411480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 = 5  does NOT mean 5 clusters.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B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means: “I need at least 5 points in this neighborhood to consider this area sufficiently dense.”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TYPES OF POINTS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Point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point </a:t>
            </a:r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at least min_samples points within its eps radius.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9436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560320"/>
            <a:ext cx="2926080" cy="2926080"/>
          </a:xfrm>
          <a:prstGeom prst="ellipse">
            <a:avLst/>
          </a:prstGeom>
          <a:solidFill>
            <a:srgbClr val="E8F1F6"/>
          </a:solidFill>
          <a:ln w="19050">
            <a:solidFill>
              <a:srgbClr val="065A8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90188" y="37170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012948" y="41833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3867912" y="43388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2935224" y="36393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479292" y="44942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34061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4101084" y="402793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3904488"/>
            <a:ext cx="237744" cy="237744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1168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radius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4983480" cy="4434840"/>
          </a:xfrm>
          <a:prstGeom prst="roundRect">
            <a:avLst>
              <a:gd name="adj" fmla="val 2474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949440" y="2423160"/>
            <a:ext cx="4480560" cy="594360"/>
          </a:xfrm>
          <a:prstGeom prst="roundRect">
            <a:avLst>
              <a:gd name="adj" fmla="val 10769"/>
            </a:avLst>
          </a:prstGeom>
          <a:solidFill>
            <a:srgbClr val="2E3A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24231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= 2      min_samples =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2004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point has enough neighbors inside its eps radius, it becomes a Core Point.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3931920"/>
            <a:ext cx="44805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4069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points are the seeds of a cluster — DBSCAN grows the cluster outward from them.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502920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50292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navy dot = core point   •  dots inside = neighbors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TYPES OF POINTS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Point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border point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have enough neighbors to be a core point itself, but it lies within a core point's eps neighborhood.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9436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2606040"/>
            <a:ext cx="2743200" cy="2743200"/>
          </a:xfrm>
          <a:prstGeom prst="ellipse">
            <a:avLst/>
          </a:prstGeom>
          <a:solidFill>
            <a:srgbClr val="E8F1F6"/>
          </a:solidFill>
          <a:ln w="19050">
            <a:solidFill>
              <a:srgbClr val="065A8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268980" y="381762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2994660" y="400050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3223260" y="409194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040380" y="372618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314700" y="395478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3086100" y="413766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948940" y="386334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090672" y="3867912"/>
            <a:ext cx="219456" cy="219456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33088" y="3035808"/>
            <a:ext cx="237744" cy="237744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033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1874520"/>
            <a:ext cx="49834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20574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Belongs to a cluster, but isn't dense itself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974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border point sits inside the eps neighborhood of a core point, but doesn't itself have min_samples neighbors nearby.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3611880"/>
            <a:ext cx="4526280" cy="731520"/>
          </a:xfrm>
          <a:prstGeom prst="roundRect">
            <a:avLst>
              <a:gd name="adj" fmla="val 10000"/>
            </a:avLst>
          </a:prstGeom>
          <a:solidFill>
            <a:srgbClr val="FCEF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36118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belongs to the cluster, but doesn't have enough nearby points to form a dense region on its own.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4526280"/>
            <a:ext cx="452628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663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5029200"/>
            <a:ext cx="182880" cy="1828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497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49440" y="5349240"/>
            <a:ext cx="182880" cy="1828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23760" y="5294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TYPES OF POINTS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Point &amp; the Three Types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noise point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a core point and is not reachable from any core point — one of DBSCAN's biggest advantages.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1328" y="321868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1618488" y="326440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Shape 6"/>
          <p:cNvSpPr/>
          <p:nvPr/>
        </p:nvSpPr>
        <p:spPr>
          <a:xfrm>
            <a:off x="1755648" y="321868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1549908" y="337870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1687068" y="337870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1481328" y="349300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1618488" y="351586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755648" y="3470148"/>
            <a:ext cx="146304" cy="14630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05656" y="2002536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616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/ Outlier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37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core point, and not reachable from 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783080"/>
            <a:ext cx="580644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Points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2E3A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63347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4688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enough neighbors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5204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2E3A73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368503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685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35204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 core point, but doesn't have enough neighbors itself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45720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2E3A73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473659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63640" y="47365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45720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belong to any cluster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ALGORITHM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DBSCAN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53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276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 point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unvisited data 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53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627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165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its eps neighborhood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points within the eps distance.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4630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53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65592" y="16276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6559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min_samples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≥ min_samples → Core Point.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04495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53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" y="32095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182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cluster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730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cluster around that core point.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04495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53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16552" y="32095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16552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182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the cluster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3730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neighbors of any other core points found.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01000" y="304495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53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65592" y="32095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65592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3182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border points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730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 but not dense enough become border points.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626864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53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7512" y="479145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7512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764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noise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3126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not belonging to any cluster are marked as noise.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COMPARISON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vs. K-Means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457200"/>
          </a:xfrm>
          <a:prstGeom prst="roundRect">
            <a:avLst>
              <a:gd name="adj" fmla="val 14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55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874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number of clusters?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18745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18745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11155680" cy="566928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outliers?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4414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not directly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4414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008376"/>
            <a:ext cx="11155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3008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clusters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008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008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575304"/>
            <a:ext cx="11155680" cy="566928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35753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clusters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35753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35753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142232"/>
            <a:ext cx="11155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41422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4142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142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709160"/>
            <a:ext cx="11155680" cy="566928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47091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handling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47091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47091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276088"/>
            <a:ext cx="11155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" y="5276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parameters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794760" y="5276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5276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eps, min_samples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843016"/>
            <a:ext cx="1115568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COMPARISON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K-Means Can Fail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divides data based on distance from centroids, so it may not correctly identify irregular shapes like a ring cluster.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Irregular / Ring-Shaped Cluster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1396" y="4128516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Shape 6"/>
          <p:cNvSpPr/>
          <p:nvPr/>
        </p:nvSpPr>
        <p:spPr>
          <a:xfrm>
            <a:off x="4220910" y="4583419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3963228" y="4969068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3577579" y="5226750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3122676" y="5317236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67773" y="5226750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2124" y="4969068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4442" y="4583419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933956" y="4128516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2024442" y="3673613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2124" y="3287964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2667773" y="3030282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3122676" y="2939796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3577579" y="3030282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3963228" y="3287964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Shape 20"/>
          <p:cNvSpPr/>
          <p:nvPr/>
        </p:nvSpPr>
        <p:spPr>
          <a:xfrm>
            <a:off x="4220910" y="3673613"/>
            <a:ext cx="155448" cy="1554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623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follows the density along the ring and correctly finds one cluster.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87452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2103120"/>
            <a:ext cx="4800600" cy="1737360"/>
          </a:xfrm>
          <a:prstGeom prst="roundRect">
            <a:avLst>
              <a:gd name="adj" fmla="val 5263"/>
            </a:avLst>
          </a:prstGeom>
          <a:solidFill>
            <a:srgbClr val="B850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6517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B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ring based on distance from centroids — cuts right through the shape instead of following it.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023360"/>
            <a:ext cx="4800600" cy="1737360"/>
          </a:xfrm>
          <a:prstGeom prst="roundRect">
            <a:avLst>
              <a:gd name="adj" fmla="val 5263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4160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5720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density instead of distance to a center — handles irregular shapes like this ring much better.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PRACTICAL USE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We Use DBSCAN?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11680"/>
            <a:ext cx="2697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62306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230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know the number of clusters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86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specify n_clusters = 3 beforehand.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60020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2011680"/>
            <a:ext cx="2697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5770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577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5603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clusters have irregular shapes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886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shapes, ring shapes, curved clusters.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60020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2011680"/>
            <a:ext cx="269748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234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923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5603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outliers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886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can explicitly identify noise as -1.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06840" y="16002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06840" y="160020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6840" y="2011680"/>
            <a:ext cx="26974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2698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1269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5603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want density-based grouping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38862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Geographic/GPS data, fraud analysis, image point grouping.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Limitation — Varying Density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has difficulty when different clusters have very different densities.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 — very dense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495044" y="277520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696212" y="277520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897380" y="277520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2098548" y="277520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299716" y="277520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1495044" y="297637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6212" y="297637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1897380" y="297637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2098548" y="297637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9716" y="297637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1495044" y="3177540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6212" y="3177540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1897380" y="3177540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2098548" y="3177540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2299716" y="3177540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78308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37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B — very sparse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7808" y="294436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0768" y="30358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7973568" y="34930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8796528" y="358444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4709160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47091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eps value may not work well for both clusters at once.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5321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E8F1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works well when clusters are separated by sufficiently different densities, but a single global eps can struggle when clusters themselves have strongly different densities.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COMMON MISCONCEPTION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eps / min_samples Myth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get confused here — let's clear it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691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DBSCAN(eps=0.5, min_samples=5)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= 0.5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consider points within distance 0.5 as neighbors.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min_samples = 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063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a point needs enough nearby points within that neighborhood to qualify as a core point.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It does NOT mean: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clusters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17920" y="44348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 means: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neighborhood density ≈ 5 points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&amp; Density-Based Clustering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2026-09-25T02:20:17Z</dcterms:created>
  <dcterms:modified xsi:type="dcterms:W3CDTF">2026-09-25T02:20:17Z</dcterms:modified>
</cp:coreProperties>
</file>