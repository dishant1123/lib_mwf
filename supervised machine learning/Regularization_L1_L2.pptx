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L1 (Lasso) &amp; L2 (Ridge)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overfitting by penalizing complexity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Regularization?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penalty to model coefficients to reduce overfitting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</a:rPr>
              <a:t>Instead of only minimizing prediction error, the algorithm also tries to keep the coefficients small.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Normal Linear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RSS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RSS = Residual Sum of Squares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Regularized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RSS + Penalty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4023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3192"/>
                </a:solidFill>
              </a:rPr>
              <a:t>The penalty prevents unnecessary complexity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1109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The penalty discourages large coefficients — keeping the model simpler and less likely to memorize noise in the training data.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Regularization?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house prices — not every feature matters equally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Features Used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House Area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21031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Bedrooms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Bathrooms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25603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Parking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Garden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0128" y="30175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Swimming Pool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Distance from City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0128" y="34747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School Rating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10128" y="39319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3931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</a:rPr>
              <a:t>Crime Rate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89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Owner Name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10128" y="4389120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FC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4389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D5D"/>
                </a:solidFill>
              </a:rPr>
              <a:t>House Color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5D5D"/>
                </a:solidFill>
              </a:rPr>
              <a:t>Owner Name and House Color have almost no effect on price.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1691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C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Without Regularization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2240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tries to learn everything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coefficients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Memorizes training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poorly on new data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8F8F5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With Regularization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29400" y="4526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unnecessary weights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generalization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model simpler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train-test gap signals a memorized, not generalized,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Training 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A594"/>
                </a:solidFill>
              </a:rPr>
              <a:t>99%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223760" y="18288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CEAEA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Testing 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0" y="2468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5D5D"/>
                </a:solidFill>
              </a:rPr>
              <a:t>72%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B7280"/>
                </a:solidFill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828800" y="4023360"/>
            <a:ext cx="850392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02336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memorized training data instead of learning general patterns.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helps reduce this gap.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Regularization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approaches to penalizing complexity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03120"/>
          <a:ext cx="960120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3520440"/>
                <a:gridCol w="35204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Penalty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A594"/>
                          </a:solidFill>
                        </a:rPr>
                        <a:t>L1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Lasso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Absolute value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3192"/>
                          </a:solidFill>
                        </a:rPr>
                        <a:t>L2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Ridge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Squared value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8E44AD"/>
                          </a:solidFill>
                        </a:rPr>
                        <a:t>L1 + L2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ElasticNet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Combination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Regularization (Lasso)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absolute value of coefficients to the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RSS + λ Σ|w|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Error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Regularization parameter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coefficients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Before Lasso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256032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Bedrooms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Garden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House Color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Owner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0525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</a:rPr>
              <a:t>After Lasso</a:t>
            </a:r>
            <a:endParaRPr lang="en-US" sz="13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2103120"/>
          <a:ext cx="256032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Bedrooms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Garden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House Color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Owner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coefficients become exactly 0 — these features are effectively removed from the model.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Lasso: Automatic Feature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L1 penalty can shrink coefficients exactly to zero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Original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· Bedrooms · Bathrooms · Parking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· OwnerName · Garden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After Lasso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· Bedrooms · Bathrooms · Garden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5D5D"/>
                </a:solidFill>
              </a:rPr>
              <a:t>Color and OwnerName disappear.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unnecessary features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overfitting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interpretation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high-dimensional datasets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43891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C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two features are highly correlated, Lasso may remove one completely — even if it was useful.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 (Ridge)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squared coefficients to the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RSS + λ Σw²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A594"/>
                </a:solidFill>
              </a:rPr>
              <a:t>Advantages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overfitting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multicollinearity well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all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5D5D"/>
                </a:solidFill>
              </a:rPr>
              <a:t>Disadvantages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CEAE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D5D"/>
                </a:solidFill>
              </a:rPr>
              <a:t>Cannot perform feature selection.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Before Ridge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2606040" cy="192024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Bedrooms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Garden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House Color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9006840" y="1737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</a:rPr>
              <a:t>After Ridge</a:t>
            </a:r>
            <a:endParaRPr lang="en-US" sz="13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06840" y="2103120"/>
          <a:ext cx="2606040" cy="192024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6.8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Bedrooms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4.4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Garden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1.8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House Color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309360" y="42062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420624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coefficient becomes zero — all features remain, just shrunk toward zero.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vs Ridge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10515600" cy="448056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Lasso (L1)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Ridge (L2)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Penalty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Absolute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Square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Formula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Σ|w|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Σw²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Feature Selection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Coefficients become 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Removes Features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Many irrelevant features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Multicollinearity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both L1 and L2 regularization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3EA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109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RSS + λ₁ Σ|w| + λ₂ Σw²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It Performs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Feature 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3474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(from Lasso)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Weight Shrinking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4389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(from Ridge)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3EAFB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7033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many correlated features exist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Lasso for correlated variables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λ (Alpha)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controls the strength of regularization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11880" cy="109728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Small Alpha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regularization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2103120"/>
            <a:ext cx="3611880" cy="1097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4688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994A"/>
                </a:solidFill>
              </a:rPr>
              <a:t>Large Alpha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shrinking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2103120"/>
            <a:ext cx="3611880" cy="109728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4688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5D"/>
                </a:solidFill>
              </a:rPr>
              <a:t>Too Large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There is no single best model. The right choice of λ depends on your dataset and the problem you're solving.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Linear vs Ridge vs Lasso vs ElasticNet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75720" cy="448056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1828800"/>
                <a:gridCol w="1828800"/>
                <a:gridCol w="1965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Use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 Selection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Multicollinearity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Overfitting Prevention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Simple datasets, little overfitting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Ridge (L2)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Many correlated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5D5D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Excellent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Lasso (L1)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Many irrelevant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2994A"/>
                          </a:solidFill>
                        </a:rPr>
                        <a:t>⚠️ Moderate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ElasticNet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Correlation + irrelevant variables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A594"/>
                          </a:solidFill>
                        </a:rPr>
                        <a:t>✅ Best balance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Choose: Linear Regression &amp; Ridge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1. Linear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Choose when: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is small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overfitting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independent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a simple baseline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80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Predict salary using only years of experience.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3192"/>
                </a:solidFill>
              </a:rPr>
              <a:t>2. Ridge Regression (L2)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Choose when: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highly correlated (multicollinearity)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are useful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want to remove any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3434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House Price Prediction — Area, Bedrooms, Bathrooms, Total Rooms are often correlated. Ridge shrinks their coefficients but keeps them all.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Choose: Lasso &amp; ElasticNet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3. Lasso Regression (L1)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Choose when: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has many unnecessary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automatic feature selection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a simpler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3434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100 features, only 10 useful. Lasso may reduce the other 90 coefficients to 0, leaving only the important features.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3EAF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4. ElasticNet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Choose when: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highly correlated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features are irrelevant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both shrinking and feature selection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3434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Customer Churn, Medical / Gene Expression, Marketing Analytics. Tends to keep groups of related features rather than arbitrarily selecting one.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Flowchart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regularization technique should you use?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691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Start with Linear Regression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2313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4231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 w="16510">
            <a:solidFill>
              <a:srgbClr val="1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423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Is there overfitting?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3044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33375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337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Are features highly correlated?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33375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Yes → Ridge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39593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4251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Need feature selection?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69680" y="42519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Yes → Lasso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5166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 w="1651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5166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</a:rPr>
              <a:t>Correlated AND irrelevant features?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0" y="5166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5166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Yes → ElasticNet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42316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CEAEA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23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No → Use Linear Regression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Regularization: L1 &amp; L2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2026-08-03T03:19:43Z</dcterms:created>
  <dcterms:modified xsi:type="dcterms:W3CDTF">2026-08-03T03:19:43Z</dcterms:modified>
</cp:coreProperties>
</file>